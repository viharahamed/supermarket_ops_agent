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WEEKLY SALES &amp; BUSINESS ANALYSIS</a:t>
            </a:r>
          </a:p>
          <a:p>
            <a:pPr>
              <a:defRPr sz="1600">
                <a:solidFill>
                  <a:srgbClr val="E2E8F0"/>
                </a:solidFill>
              </a:defRPr>
            </a:pPr>
            <a:r>
              <a:t>Store: Lakshmi Kirana &amp; General Store</a:t>
            </a:r>
            <a:br/>
            <a:r>
              <a:t>Period: 01 Sep 2026 to 07 Sep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Executive Sales Summary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01 Sep - 07 Sep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2377440" cy="1463040"/>
          </a:xfrm>
          <a:prstGeom prst="rect">
            <a:avLst/>
          </a:prstGeom>
          <a:solidFill>
            <a:srgbClr val="F7FAFC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718096"/>
                </a:solidFill>
              </a:defRPr>
            </a:pPr>
            <a:r>
              <a:t>TOTAL SALES</a:t>
            </a:r>
          </a:p>
          <a:p>
            <a:pPr algn="ctr">
              <a:defRPr sz="1800" b="1">
                <a:solidFill>
                  <a:srgbClr val="2B6CB0"/>
                </a:solidFill>
              </a:defRPr>
            </a:pPr>
            <a:r>
              <a:t>₹ 99.54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0" y="1188720"/>
            <a:ext cx="2377440" cy="1463040"/>
          </a:xfrm>
          <a:prstGeom prst="rect">
            <a:avLst/>
          </a:prstGeom>
          <a:solidFill>
            <a:srgbClr val="F7FAFC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718096"/>
                </a:solidFill>
              </a:defRPr>
            </a:pPr>
            <a:r>
              <a:t>FINALIZED BILLS</a:t>
            </a:r>
          </a:p>
          <a:p>
            <a:pPr algn="ctr">
              <a:defRPr sz="1800" b="1">
                <a:solidFill>
                  <a:srgbClr val="2B6CB0"/>
                </a:solidFill>
              </a:defRPr>
            </a:pPr>
            <a: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188720"/>
            <a:ext cx="2377440" cy="1463040"/>
          </a:xfrm>
          <a:prstGeom prst="rect">
            <a:avLst/>
          </a:prstGeom>
          <a:solidFill>
            <a:srgbClr val="F7FAFC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718096"/>
                </a:solidFill>
              </a:defRPr>
            </a:pPr>
            <a:r>
              <a:t>AVG BILL VALUE</a:t>
            </a:r>
          </a:p>
          <a:p>
            <a:pPr algn="ctr">
              <a:defRPr sz="1800" b="1">
                <a:solidFill>
                  <a:srgbClr val="2B6CB0"/>
                </a:solidFill>
              </a:defRPr>
            </a:pPr>
            <a:r>
              <a:t>₹ 99.54</a:t>
            </a:r>
          </a:p>
        </p:txBody>
      </p:sp>
      <p:sp>
        <p:nvSpPr>
          <p:cNvPr id="7" name="Rectangle 6"/>
          <p:cNvSpPr/>
          <p:nvPr/>
        </p:nvSpPr>
        <p:spPr>
          <a:xfrm>
            <a:off x="2103120" y="3017520"/>
            <a:ext cx="2377440" cy="1463040"/>
          </a:xfrm>
          <a:prstGeom prst="rect">
            <a:avLst/>
          </a:prstGeom>
          <a:solidFill>
            <a:srgbClr val="F7FAFC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718096"/>
                </a:solidFill>
              </a:defRPr>
            </a:pPr>
            <a:r>
              <a:t>TAXABLE SALES</a:t>
            </a:r>
          </a:p>
          <a:p>
            <a:pPr algn="ctr">
              <a:defRPr sz="1800" b="1">
                <a:solidFill>
                  <a:srgbClr val="2B6CB0"/>
                </a:solidFill>
              </a:defRPr>
            </a:pPr>
            <a:r>
              <a:t>₹ 92.00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3017520"/>
            <a:ext cx="2377440" cy="1463040"/>
          </a:xfrm>
          <a:prstGeom prst="rect">
            <a:avLst/>
          </a:prstGeom>
          <a:solidFill>
            <a:srgbClr val="F7FAFC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718096"/>
                </a:solidFill>
              </a:defRPr>
            </a:pPr>
            <a:r>
              <a:t>TOTAL GST TAX</a:t>
            </a:r>
          </a:p>
          <a:p>
            <a:pPr algn="ctr">
              <a:defRPr sz="1800" b="1">
                <a:solidFill>
                  <a:srgbClr val="2B6CB0"/>
                </a:solidFill>
              </a:defRPr>
            </a:pPr>
            <a:r>
              <a:t>₹ 7.54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Daily Sales Performance Trend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Track daily revenue trajectory</a:t>
            </a:r>
          </a:p>
        </p:txBody>
      </p:sp>
      <p:pic>
        <p:nvPicPr>
          <p:cNvPr id="4" name="Picture 3" descr="daily_s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475488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94960" y="1188720"/>
            <a:ext cx="3474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365D"/>
                </a:solidFill>
              </a:defRPr>
            </a:pPr>
            <a:r>
              <a:t>Key Observations: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• Period Total Revenue: ₹ 99.54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• Total Finalized Orders: 1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• Highest Order Value: ₹ 99.54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• Lowest Order Value: ₹ 99.54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Payment Collection Channels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Breakdown by Cash, UPI, Card, and Khata Credit</a:t>
            </a:r>
          </a:p>
        </p:txBody>
      </p:sp>
      <p:pic>
        <p:nvPicPr>
          <p:cNvPr id="4" name="Picture 3" descr="payment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475488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94960" y="1188720"/>
            <a:ext cx="3474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365D"/>
                </a:solidFill>
              </a:defRPr>
            </a:pPr>
            <a:r>
              <a:t>Channel Breakdown: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• CASH Sales: ₹ 99.54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• UPI Digital Sales: ₹ 0.00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• CARD Sales: ₹ 0.00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• KHATA Credit Sales: ₹ 0.00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Top Selling Products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Highest revenue contributors during period</a:t>
            </a:r>
          </a:p>
        </p:txBody>
      </p:sp>
      <p:pic>
        <p:nvPicPr>
          <p:cNvPr id="4" name="Picture 3" descr="top_produ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4754880" cy="3474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94960" y="1188720"/>
            <a:ext cx="3474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365D"/>
                </a:solidFill>
              </a:defRPr>
            </a:pPr>
            <a:r>
              <a:t>Top Revenue Items:</a:t>
            </a:r>
          </a:p>
          <a:p>
            <a:pPr>
              <a:defRPr sz="1100">
                <a:solidFill>
                  <a:srgbClr val="2D3748"/>
                </a:solidFill>
              </a:defRPr>
            </a:pPr>
            <a:r>
              <a:t>• Tata Salt 1kg: 2 sold (₹52.50)</a:t>
            </a:r>
          </a:p>
          <a:p>
            <a:pPr>
              <a:defRPr sz="1100">
                <a:solidFill>
                  <a:srgbClr val="2D3748"/>
                </a:solidFill>
              </a:defRPr>
            </a:pPr>
            <a:r>
              <a:t>• Maggi 2-Min Noodle: 3 sold (₹47.04)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GST Tax Collection Breakdown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Deterministic CGST and SGST tax metrics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280160"/>
          <a:ext cx="6400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286000"/>
              </a:tblGrid>
              <a:tr h="512064">
                <a:tc>
                  <a:txBody>
                    <a:bodyPr/>
                    <a:lstStyle/>
                    <a:p>
                      <a:r>
                        <a:t>Tax Metric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Amount (₹)</a:t>
                      </a:r>
                    </a:p>
                  </a:txBody>
                  <a:tcPr>
                    <a:solidFill>
                      <a:srgbClr val="2B6CB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t>Total Net Taxable Amount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₹ 92.00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r>
                        <a:t>Central GST (CGST)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₹ 3.77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r>
                        <a:t>State GST (SGST)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₹ 3.77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r>
                        <a:t>Total GST Tax Collected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₹ 7.54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Inventory Health &amp; Reorder Alerts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Products at or below reorder threshold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7680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C53030"/>
                </a:solidFill>
              </a:defRPr>
            </a:pPr>
            <a:r>
              <a:t>Low Stock Items Identified: 0</a:t>
            </a:r>
          </a:p>
          <a:p>
            <a:pPr>
              <a:defRPr sz="1200">
                <a:solidFill>
                  <a:srgbClr val="38A169"/>
                </a:solidFill>
              </a:defRPr>
            </a:pPr>
            <a:r>
              <a:t>✅ All catalog inventory levels are healthy above reorder thresholds.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365D"/>
          </a:solidFill>
          <a:ln>
            <a:solidFill>
              <a:srgbClr val="1A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Store Business Insights</a:t>
            </a:r>
          </a:p>
          <a:p>
            <a:pPr>
              <a:defRPr sz="1100">
                <a:solidFill>
                  <a:srgbClr val="E2E8F0"/>
                </a:solidFill>
              </a:defRPr>
            </a:pPr>
            <a:r>
              <a:t>Actionable operational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7680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365D"/>
                </a:solidFill>
              </a:defRPr>
            </a:pPr>
            <a:r>
              <a:t>Operational Insights &amp; Recommendations: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• Sales Volume: Generated ₹99.54 across 1 finalized orders (Avg: ₹99.54).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• Revenue Driver: 'Tata Salt 1kg' emerged as the leading revenue contributor during this period.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• Inventory Action: 0 items require immediate restocking to prevent stock-outs.</a:t>
            </a:r>
          </a:p>
          <a:p>
            <a:pPr>
              <a:defRPr sz="1200">
                <a:solidFill>
                  <a:srgbClr val="2D3748"/>
                </a:solidFill>
              </a:defRPr>
            </a:pPr>
            <a:r>
              <a:t>• Tax Compliance: Total GST collected ₹7.54 (CGST: ₹3.77, SGST: ₹3.77).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