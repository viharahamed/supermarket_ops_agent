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WEEKLY SALES &amp; BUSINESS ANALYSIS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Store: Lakshmi Kirana &amp; General Store</a:t>
            </a:r>
            <a:br/>
            <a:r>
              <a:t>Period: 01 Sep 2026 to 07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Sales Summary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01 Sep - 07 Sep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99.54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FINALIZED BILLS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AVG BILL VALUE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99.54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TAXABLE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92.00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GST TAX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7.54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Daily Sales Performance Trend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Track daily revenue trajectory</a:t>
            </a:r>
          </a:p>
        </p:txBody>
      </p:sp>
      <p:pic>
        <p:nvPicPr>
          <p:cNvPr id="4" name="Picture 3" descr="dai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Observations: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Period Total Revenue: ₹ 99.54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Total Finalized Orders: 1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Highest Order Value: ₹ 99.54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Lowest Order Value: ₹ 99.54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Collection Channels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Breakdown by Cash, UPI, Card, and Khata Credit</a:t>
            </a:r>
          </a:p>
        </p:txBody>
      </p:sp>
      <p:pic>
        <p:nvPicPr>
          <p:cNvPr id="4" name="Picture 3" descr="payment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Channel Breakdown: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CASH Sales: ₹ 99.54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UPI Digital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CARD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KHATA Credit Sales: ₹ 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Selling Products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Highest revenue contributors during period</a:t>
            </a:r>
          </a:p>
        </p:txBody>
      </p:sp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Top Revenue Items: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Tata Salt 1kg: 2 sold (₹52.50)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Maggi 2-Min Noodle: 3 sold (₹47.04)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GST Tax Collection Breakdown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Deterministic CGST and SGST tax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512064">
                <a:tc>
                  <a:txBody>
                    <a:bodyPr/>
                    <a:lstStyle/>
                    <a:p>
                      <a:r>
                        <a:t>Tax Metric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Amount (₹)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Net Taxable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92.00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Central GST (CGST)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3.77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State GST (SGST)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3.77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GST Tax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7.54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Inventory Health &amp; Reorder Alerts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Products at or below reorder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3030"/>
                </a:solidFill>
              </a:defRPr>
            </a:pPr>
            <a:r>
              <a:t>Low Stock Items Identified: 0</a:t>
            </a:r>
          </a:p>
          <a:p>
            <a:pPr>
              <a:defRPr sz="1200">
                <a:solidFill>
                  <a:srgbClr val="38A169"/>
                </a:solidFill>
              </a:defRPr>
            </a:pPr>
            <a:r>
              <a:t>✅ All catalog inventory levels are healthy above reorder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Store Business Insights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Actionable operational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Operational Insights &amp; Recommendations: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Sales Volume: Generated ₹99.54 across 1 finalized orders (Avg: ₹99.54).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Revenue Driver: 'Tata Salt 1kg' emerged as the leading revenue contributor during this period.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Inventory Action: 0 items require immediate restocking to prevent stock-outs.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Tax Compliance: Total GST collected ₹7.54 (CGST: ₹3.77, SGST: ₹3.77).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