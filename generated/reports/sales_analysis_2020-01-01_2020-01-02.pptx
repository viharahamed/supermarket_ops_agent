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WEEKLY SALES &amp; BUSINESS ANALYSIS</a:t>
            </a:r>
          </a:p>
          <a:p>
            <a:pPr>
              <a:defRPr sz="1600">
                <a:solidFill>
                  <a:srgbClr val="E2E8F0"/>
                </a:solidFill>
              </a:defRPr>
            </a:pPr>
            <a:r>
              <a:t>Store: Lakshmi Kirana &amp; General Store</a:t>
            </a:r>
            <a:br/>
            <a:r>
              <a:t>Period: 01 Jan 2020 to 02 Jan 2020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Executive Sales Summary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01 Jan - 02 Jan 2020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377440" cy="1463040"/>
          </a:xfrm>
          <a:prstGeom prst="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18096"/>
                </a:solidFill>
              </a:defRPr>
            </a:pPr>
            <a:r>
              <a:t>TOTAL SALES</a:t>
            </a:r>
          </a:p>
          <a:p>
            <a:pPr algn="ctr">
              <a:defRPr sz="1800" b="1">
                <a:solidFill>
                  <a:srgbClr val="2B6CB0"/>
                </a:solidFill>
              </a:defRPr>
            </a:pPr>
            <a:r>
              <a:t>₹ 0.00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188720"/>
            <a:ext cx="2377440" cy="1463040"/>
          </a:xfrm>
          <a:prstGeom prst="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18096"/>
                </a:solidFill>
              </a:defRPr>
            </a:pPr>
            <a:r>
              <a:t>FINALIZED BILLS</a:t>
            </a:r>
          </a:p>
          <a:p>
            <a:pPr algn="ctr">
              <a:defRPr sz="1800" b="1">
                <a:solidFill>
                  <a:srgbClr val="2B6CB0"/>
                </a:solidFill>
              </a:defRPr>
            </a:pPr>
            <a: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2377440" cy="1463040"/>
          </a:xfrm>
          <a:prstGeom prst="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18096"/>
                </a:solidFill>
              </a:defRPr>
            </a:pPr>
            <a:r>
              <a:t>AVG BILL VALUE</a:t>
            </a:r>
          </a:p>
          <a:p>
            <a:pPr algn="ctr">
              <a:defRPr sz="1800" b="1">
                <a:solidFill>
                  <a:srgbClr val="2B6CB0"/>
                </a:solidFill>
              </a:defRPr>
            </a:pPr>
            <a:r>
              <a:t>₹ 0.00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3017520"/>
            <a:ext cx="2377440" cy="1463040"/>
          </a:xfrm>
          <a:prstGeom prst="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18096"/>
                </a:solidFill>
              </a:defRPr>
            </a:pPr>
            <a:r>
              <a:t>TAXABLE SALES</a:t>
            </a:r>
          </a:p>
          <a:p>
            <a:pPr algn="ctr">
              <a:defRPr sz="1800" b="1">
                <a:solidFill>
                  <a:srgbClr val="2B6CB0"/>
                </a:solidFill>
              </a:defRPr>
            </a:pPr>
            <a:r>
              <a:t>₹ 0.00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3017520"/>
            <a:ext cx="2377440" cy="1463040"/>
          </a:xfrm>
          <a:prstGeom prst="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18096"/>
                </a:solidFill>
              </a:defRPr>
            </a:pPr>
            <a:r>
              <a:t>TOTAL GST TAX</a:t>
            </a:r>
          </a:p>
          <a:p>
            <a:pPr algn="ctr">
              <a:defRPr sz="1800" b="1">
                <a:solidFill>
                  <a:srgbClr val="2B6CB0"/>
                </a:solidFill>
              </a:defRPr>
            </a:pPr>
            <a:r>
              <a:t>₹ 0.00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Daily Sales Performance Trend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Track daily revenue trajectory</a:t>
            </a:r>
          </a:p>
        </p:txBody>
      </p:sp>
      <p:pic>
        <p:nvPicPr>
          <p:cNvPr id="4" name="Picture 3" descr="dai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475488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94960" y="11887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Key Observations: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Period Total Revenue: ₹ 0.00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Total Finalized Orders: 0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Highest Order Value: ₹ 0.00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Lowest Order Value: ₹ 0.00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Payment Collection Channels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Breakdown by Cash, UPI, Card, and Khata Credit</a:t>
            </a:r>
          </a:p>
        </p:txBody>
      </p:sp>
      <p:pic>
        <p:nvPicPr>
          <p:cNvPr id="4" name="Picture 3" descr="payment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475488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94960" y="11887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Channel Breakdown: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CASH Sales: ₹ 0.00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UPI Digital Sales: ₹ 0.00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CARD Sales: ₹ 0.00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KHATA Credit Sales: ₹ 0.00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Top Selling Products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Highest revenue contributors during period</a:t>
            </a:r>
          </a:p>
        </p:txBody>
      </p:sp>
      <p:pic>
        <p:nvPicPr>
          <p:cNvPr id="4" name="Picture 3" descr="top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475488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94960" y="11887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Top Revenue Items:</a:t>
            </a:r>
          </a:p>
          <a:p>
            <a:pPr>
              <a:defRPr sz="1200"/>
            </a:pPr>
            <a:r>
              <a:t>• No product sales recorded in period.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GST Tax Collection Breakdown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Deterministic CGST and SGST tax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280160"/>
          <a:ext cx="6400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</a:tblGrid>
              <a:tr h="512064">
                <a:tc>
                  <a:txBody>
                    <a:bodyPr/>
                    <a:lstStyle/>
                    <a:p>
                      <a:r>
                        <a:t>Tax Metric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Amount (₹)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Total Net Taxable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 0.00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Central GST (CGST)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 0.00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State GST (SGST)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 0.00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Total GST Tax Collected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 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Inventory Health &amp; Reorder Alerts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Products at or below reorder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3030"/>
                </a:solidFill>
              </a:defRPr>
            </a:pPr>
            <a:r>
              <a:t>Low Stock Items Identified: 0</a:t>
            </a:r>
          </a:p>
          <a:p>
            <a:pPr>
              <a:defRPr sz="1200">
                <a:solidFill>
                  <a:srgbClr val="38A169"/>
                </a:solidFill>
              </a:defRPr>
            </a:pPr>
            <a:r>
              <a:t>✅ All catalog inventory levels are healthy above reorder thresholds.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Store Business Insights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Actionable operational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Operational Insights &amp; Recommendations: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Sales Volume: Generated ₹0.00 across 0 finalized orders (Avg: ₹0.00).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Revenue Driver: 'Top category items' emerged as the leading revenue contributor during this period.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Inventory Action: 0 items require immediate restocking to prevent stock-outs.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Tax Compliance: Total GST collected ₹0.00 (CGST: ₹0.00, SGST: ₹0.00).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