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WEEKLY SALES &amp; BUSINESS ANALYSIS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Store: Lakshmi Kirana &amp; General Store</a:t>
            </a:r>
            <a:br/>
            <a:r>
              <a:t>Period: 01 Jan 2020 to 02 Jan 2020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Sales Summary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01 Jan - 02 Jan 2020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FINALIZED BILLS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AVG BILL VALUE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TAXABLE SALES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3017520"/>
            <a:ext cx="2377440" cy="1463040"/>
          </a:xfrm>
          <a:prstGeom prst="rect">
            <a:avLst/>
          </a:prstGeom>
          <a:solidFill>
            <a:srgbClr val="F7FAFC"/>
          </a:solidFill>
          <a:ln w="19050">
            <a:solidFill>
              <a:srgbClr val="2B6C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718096"/>
                </a:solidFill>
              </a:defRPr>
            </a:pPr>
            <a:r>
              <a:t>TOTAL GST TAX</a:t>
            </a:r>
          </a:p>
          <a:p>
            <a:pPr algn="ctr">
              <a:defRPr sz="1800" b="1">
                <a:solidFill>
                  <a:srgbClr val="2B6CB0"/>
                </a:solidFill>
              </a:defRPr>
            </a:pPr>
            <a:r>
              <a:t>₹ 0.00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Daily Sales Performance Trend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Track daily revenue trajectory</a:t>
            </a:r>
          </a:p>
        </p:txBody>
      </p:sp>
      <p:pic>
        <p:nvPicPr>
          <p:cNvPr id="4" name="Picture 3" descr="daily_s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Key Observations: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Period Total Revenue: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Total Finalized Orders: 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Highest Order Value: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Lowest Order Value: ₹ 0.00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Payment Collection Channels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Breakdown by Cash, UPI, Card, and Khata Credit</a:t>
            </a:r>
          </a:p>
        </p:txBody>
      </p:sp>
      <p:pic>
        <p:nvPicPr>
          <p:cNvPr id="4" name="Picture 3" descr="payment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Channel Breakdown: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CASH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UPI Digital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CARD Sales: ₹ 0.00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KHATA Credit Sales: ₹ 0.00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Top Selling Products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Highest revenue contributors during period</a:t>
            </a:r>
          </a:p>
        </p:txBody>
      </p:sp>
      <p:pic>
        <p:nvPicPr>
          <p:cNvPr id="4" name="Picture 3" descr="top_produ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475488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4960" y="118872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Top Revenue Items:</a:t>
            </a:r>
          </a:p>
          <a:p>
            <a:pPr>
              <a:defRPr sz="1200"/>
            </a:pPr>
            <a:r>
              <a:t>• No product sales recorded in period.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GST Tax Collection Breakdown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Deterministic CGST and SGST tax metrics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280160"/>
          <a:ext cx="64008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</a:tblGrid>
              <a:tr h="512064">
                <a:tc>
                  <a:txBody>
                    <a:bodyPr/>
                    <a:lstStyle/>
                    <a:p>
                      <a:r>
                        <a:t>Tax Metric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Amount (₹)</a:t>
                      </a:r>
                    </a:p>
                  </a:txBody>
                  <a:tcPr>
                    <a:solidFill>
                      <a:srgbClr val="2B6CB0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Net Taxable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Central GST (CGST)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State GST (SGST)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  <a:tr h="512064">
                <a:tc>
                  <a:txBody>
                    <a:bodyPr/>
                    <a:lstStyle/>
                    <a:p>
                      <a:r>
                        <a:t>Total GST Tax Collected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₹ 0.00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Inventory Health &amp; Reorder Alerts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Products at or below reorder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C53030"/>
                </a:solidFill>
              </a:defRPr>
            </a:pPr>
            <a:r>
              <a:t>Low Stock Items Identified: 1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Sugar 1kg (SKU: SUGAR-1KG) — Current Stock: 0.00 piece (Reorder Level: 10.00)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>
            <a:solidFill>
              <a:srgbClr val="1A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Store Business Insights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Actionable operational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7680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A365D"/>
                </a:solidFill>
              </a:defRPr>
            </a:pPr>
            <a:r>
              <a:t>Operational Insights &amp; Recommendations: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Sales Volume: Generated ₹0.00 across 0 finalized orders (Avg: ₹0.00).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Revenue Driver: 'Top category items' emerged as the leading revenue contributor during this period.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Inventory Action: 1 items require immediate restocking to prevent stock-outs.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• Tax Compliance: Total GST collected ₹0.00 (CGST: ₹0.00, SGST: ₹0.00).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