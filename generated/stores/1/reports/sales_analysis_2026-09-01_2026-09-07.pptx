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WEEKLY SALES &amp; BUSINESS ANALYSIS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Store: Lakshmi Kirana &amp; General Store</a:t>
            </a:r>
            <a:br/>
            <a:r>
              <a:t>Period: 01 Sep 2026 to 07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Sales Summary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01 Sep - 07 Sep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TOTAL SALES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664.70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FINALIZED BILLS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AVG BILL VALUE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94.96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30175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TAXABLE SALES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620.00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0175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TOTAL GST TAX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44.70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Daily Sales Performance Trend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Track daily revenue trajectory</a:t>
            </a:r>
          </a:p>
        </p:txBody>
      </p:sp>
      <p:pic>
        <p:nvPicPr>
          <p:cNvPr id="4" name="Picture 3" descr="dai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Key Observations: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Period Total Revenue: ₹ 664.70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Total Finalized Orders: 7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Highest Order Value: ₹ 147.00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Lowest Order Value: ₹ 20.00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Payment Collection Channels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Breakdown by Cash, UPI, Card, and Khata Credit</a:t>
            </a:r>
          </a:p>
        </p:txBody>
      </p:sp>
      <p:pic>
        <p:nvPicPr>
          <p:cNvPr id="4" name="Picture 3" descr="payment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Channel Breakdown: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CASH Sales: ₹ 644.70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UPI Digital Sales: ₹ 20.00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CARD Sales: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KHATA Credit Sales: ₹ 0.00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Top Selling Products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Highest revenue contributors during period</a:t>
            </a:r>
          </a:p>
        </p:txBody>
      </p:sp>
      <p:pic>
        <p:nvPicPr>
          <p:cNvPr id="4" name="Picture 3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Top Revenue Items: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• Agent Eval Maggi 70g: 10 sold (₹147.00)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• Tata Salt 1kg: 2 sold (₹52.50)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• Tata Salt 1kg: 2 sold (₹52.50)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• Tata Salt 1kg: 2 sold (₹52.50)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GST Tax Collection Breakdown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Deterministic CGST and SGST tax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28016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</a:tblGrid>
              <a:tr h="512064">
                <a:tc>
                  <a:txBody>
                    <a:bodyPr/>
                    <a:lstStyle/>
                    <a:p>
                      <a:r>
                        <a:t>Tax Metric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Amount (₹)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Total Net Taxable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620.00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Central GST (CGST)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22.35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State GST (SGST)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22.35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Total GST Tax Collected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44.70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Inventory Health &amp; Reorder Alerts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Products at or below reorder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3030"/>
                </a:solidFill>
              </a:defRPr>
            </a:pPr>
            <a:r>
              <a:t>Low Stock Items Identified: 1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• Sugar 1kg (SKU: SUGAR-1KG) — Current Stock: 0.00 piece (Reorder Level: 10.00)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Store Business Insights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Actionable operational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Operational Insights &amp; Recommendations: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Sales Volume: Generated ₹664.70 across 7 finalized orders (Avg: ₹94.96).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Revenue Driver: 'Agent Eval Maggi 70g' emerged as the leading revenue contributor during this period.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Inventory Action: 1 items require immediate restocking to prevent stock-outs.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Tax Compliance: Total GST collected ₹44.70 (CGST: ₹22.35, SGST: ₹22.35).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